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m_a_bank_module_progres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lean_corporate_presentation_slide_infog_9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m_a_bank_work_statu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m_a_bank_work_progres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m_a_bank_vướng_mắc_đề_xuấ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m_a_bank_risk_sharing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m_a_bank_golden_growth_thank_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