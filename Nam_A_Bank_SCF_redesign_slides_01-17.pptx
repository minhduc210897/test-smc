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3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64197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cover_slide_in_a_br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in_a_modern_b_2_batch_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infographic_3_batch_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orporate_presentation_slide_clean_modern_ba_4_batch_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vector_graph_5_batch_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clean_corporate_presentation_slide_image_6_batch_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landscape_i_7_batch_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clean_corporate_presentation_slide_infographic_8_batch_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a_wide_clean_corporate_presentation_slide_on_a_wh_9_batch_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ghostwriter_images/generated/wide_corporate_presentation_slide_infographic._o_10_batch_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10</Words>
  <Application>Microsoft Macintosh PowerPoint</Application>
  <PresentationFormat>Widescreen</PresentationFormat>
  <Paragraphs>10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Nam A Bank SCF redesigned slides 01-10</dc:title>
  <dc:subject>Nam A Bank SCF redesigned slides 01-10</dc:subject>
  <dc:creator>OpenAI</dc:creator>
  <cp:lastModifiedBy>Duc Nguyen</cp:lastModifiedBy>
  <cp:revision>3</cp:revision>
  <dcterms:created xsi:type="dcterms:W3CDTF">2026-09-29T03:26:56Z</dcterms:created>
  <dcterms:modified xsi:type="dcterms:W3CDTF">2026-09-29T04:00:34Z</dcterms:modified>
</cp:coreProperties>
</file>